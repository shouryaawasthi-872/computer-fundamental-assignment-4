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022A6E-A731-4BEC-A337-FEE7B03B45C8}" v="1" dt="2025-12-15T14:00:41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1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urya Awasthi" userId="2b568adc3f0fecc0" providerId="LiveId" clId="{0F4A6331-92D5-4150-8AB6-7671840FC0B4}"/>
    <pc:docChg chg="modSld">
      <pc:chgData name="Shourya Awasthi" userId="2b568adc3f0fecc0" providerId="LiveId" clId="{0F4A6331-92D5-4150-8AB6-7671840FC0B4}" dt="2025-12-15T14:00:41.886" v="31"/>
      <pc:docMkLst>
        <pc:docMk/>
      </pc:docMkLst>
      <pc:sldChg chg="modSp mod">
        <pc:chgData name="Shourya Awasthi" userId="2b568adc3f0fecc0" providerId="LiveId" clId="{0F4A6331-92D5-4150-8AB6-7671840FC0B4}" dt="2025-12-15T14:00:41.886" v="31"/>
        <pc:sldMkLst>
          <pc:docMk/>
          <pc:sldMk cId="0" sldId="266"/>
        </pc:sldMkLst>
        <pc:spChg chg="mod">
          <ac:chgData name="Shourya Awasthi" userId="2b568adc3f0fecc0" providerId="LiveId" clId="{0F4A6331-92D5-4150-8AB6-7671840FC0B4}" dt="2025-12-15T14:00:41.886" v="31"/>
          <ac:spMkLst>
            <pc:docMk/>
            <pc:sldMk cId="0" sldId="26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92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21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30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16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7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4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863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39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70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712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02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5530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09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55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5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12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29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850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ouryaawasthi-872/Computer-Fundamental-assignment-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Assignment -4</a:t>
            </a:r>
            <a:r>
              <a:rPr dirty="0"/>
              <a:t> Using GitHub &amp; VS Code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Course: Computer Science Fundamentals &amp; Career Pathways</a:t>
            </a:r>
          </a:p>
          <a:p>
            <a:r>
              <a:rPr dirty="0"/>
              <a:t>Assignment 04: Tools for Programming, Learning, and Collaboration</a:t>
            </a:r>
          </a:p>
          <a:p>
            <a:r>
              <a:rPr lang="en-IN" dirty="0"/>
              <a:t>Name : Shourya Awasthi               Roll no.2501350073</a:t>
            </a:r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mini project demonstrates the use of modern development tools such as Visual Studio Code, Git, and GitHub.</a:t>
            </a:r>
          </a:p>
          <a:p>
            <a:endParaRPr/>
          </a:p>
          <a:p>
            <a:r>
              <a:t>The project chosen is a simple Calculator application developed in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Build a functional calculator application</a:t>
            </a:r>
          </a:p>
          <a:p>
            <a:r>
              <a:t>- Use VS Code as the development environment</a:t>
            </a:r>
          </a:p>
          <a:p>
            <a:r>
              <a:t>- Apply Git for version control</a:t>
            </a:r>
          </a:p>
          <a:p>
            <a:r>
              <a:t>- Host the project on GitHub with proper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Programming Language: Python</a:t>
            </a:r>
          </a:p>
          <a:p>
            <a:r>
              <a:t>- Code Editor: Visual Studio Code</a:t>
            </a:r>
          </a:p>
          <a:p>
            <a:r>
              <a:t>- Version Control: Git</a:t>
            </a:r>
          </a:p>
          <a:p>
            <a:r>
              <a:t>- Repository Hosting: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Addition</a:t>
            </a:r>
          </a:p>
          <a:p>
            <a:r>
              <a:t>- Subtraction</a:t>
            </a:r>
          </a:p>
          <a:p>
            <a:r>
              <a:t>- Multiplication</a:t>
            </a:r>
          </a:p>
          <a:p>
            <a:r>
              <a:t>- Division</a:t>
            </a:r>
          </a:p>
          <a:p>
            <a:r>
              <a:t>- User-friendly console-based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Created project folder in VS Code</a:t>
            </a:r>
          </a:p>
          <a:p>
            <a:r>
              <a:t>2. Wrote Python code for calculator operations</a:t>
            </a:r>
          </a:p>
          <a:p>
            <a:r>
              <a:t>3. Tested the program using sample inputs</a:t>
            </a:r>
          </a:p>
          <a:p>
            <a:r>
              <a:t>4. Initialized Git repository using git init</a:t>
            </a:r>
          </a:p>
          <a:p>
            <a:r>
              <a:t>5. Committed changes step-by-step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&amp; GitHub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git init to initialize repository</a:t>
            </a:r>
          </a:p>
          <a:p>
            <a:r>
              <a:t>- git add and git commit for tracking changes</a:t>
            </a:r>
          </a:p>
          <a:p>
            <a:r>
              <a:t>- Created GitHub repository</a:t>
            </a:r>
          </a:p>
          <a:p>
            <a:r>
              <a:t>- git push to upload code to GitHub</a:t>
            </a:r>
          </a:p>
          <a:p>
            <a:r>
              <a:t>- Maintained meaningful commit messages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calculator.py (source code)</a:t>
            </a:r>
          </a:p>
          <a:p>
            <a:r>
              <a:t>- README.md (project description &amp; usage)</a:t>
            </a:r>
          </a:p>
          <a:p>
            <a:r>
              <a:t>- .gitignore (ignored unnecessary files)</a:t>
            </a:r>
          </a:p>
          <a:p>
            <a:r>
              <a:t>- docs/ folder (documentation)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reflects real software development practices.</a:t>
            </a:r>
          </a:p>
          <a:p>
            <a:endParaRPr/>
          </a:p>
          <a:p>
            <a:r>
              <a:t>Git and GitHub are widely used in the software industry for collaboration, version control, and project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Add GUI using Tkinter</a:t>
            </a:r>
          </a:p>
          <a:p>
            <a:r>
              <a:t>- Include advanced mathematical operations</a:t>
            </a:r>
          </a:p>
          <a:p>
            <a:r>
              <a:t>- Improve error handling</a:t>
            </a:r>
          </a:p>
          <a:p>
            <a:r>
              <a:t>- Add unit testing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mini project helped in understanding:</a:t>
            </a:r>
          </a:p>
          <a:p>
            <a:r>
              <a:rPr dirty="0"/>
              <a:t>- Practical use of VS Code</a:t>
            </a:r>
          </a:p>
          <a:p>
            <a:r>
              <a:rPr dirty="0"/>
              <a:t>- Importance of Git and GitHub</a:t>
            </a:r>
          </a:p>
          <a:p>
            <a:r>
              <a:rPr dirty="0"/>
              <a:t>- Basic project documentation</a:t>
            </a:r>
          </a:p>
          <a:p>
            <a:endParaRPr dirty="0"/>
          </a:p>
          <a:p>
            <a:r>
              <a:rPr dirty="0"/>
              <a:t>Overall, it enhanced coding and collaboration skills.</a:t>
            </a:r>
            <a:endParaRPr lang="en-IN" dirty="0"/>
          </a:p>
          <a:p>
            <a:r>
              <a:rPr lang="en-IN" dirty="0"/>
              <a:t>MY </a:t>
            </a:r>
            <a:r>
              <a:rPr lang="en-IN" dirty="0" err="1"/>
              <a:t>Github</a:t>
            </a:r>
            <a:r>
              <a:rPr lang="en-IN" dirty="0"/>
              <a:t> Assignment -4 Link:</a:t>
            </a:r>
          </a:p>
          <a:p>
            <a:r>
              <a:rPr lang="en-IN">
                <a:hlinkClick r:id="rId2"/>
              </a:rPr>
              <a:t>shouryaawasthi-872/Computer-Fundamental-assignment-4</a:t>
            </a:r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</TotalTime>
  <Words>343</Words>
  <Application>Microsoft Office PowerPoint</Application>
  <PresentationFormat>On-screen Show (4:3)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Assignment -4 Using GitHub &amp; VS Code</vt:lpstr>
      <vt:lpstr>Introduction</vt:lpstr>
      <vt:lpstr>Project Objective</vt:lpstr>
      <vt:lpstr>Tools &amp; Technologies Used</vt:lpstr>
      <vt:lpstr>Project Features</vt:lpstr>
      <vt:lpstr>Development Process</vt:lpstr>
      <vt:lpstr>Git &amp; GitHub Usage</vt:lpstr>
      <vt:lpstr>Repository Structure</vt:lpstr>
      <vt:lpstr>Real-World Relevance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Shourya Awasthi</cp:lastModifiedBy>
  <cp:revision>2</cp:revision>
  <dcterms:created xsi:type="dcterms:W3CDTF">2013-01-27T09:14:16Z</dcterms:created>
  <dcterms:modified xsi:type="dcterms:W3CDTF">2025-12-15T14:00:46Z</dcterms:modified>
  <cp:category/>
</cp:coreProperties>
</file>